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The research workflow problem (1.5 min)</a:t>
            </a:r>
          </a:p>
          <a:p/>
          <a:p>
            <a:r>
              <a:t>- "These are your own numbers, Daniel: 25–40 minutes per baseline scan. The two big blocks are finding nodules (two</a:t>
            </a:r>
          </a:p>
          <a:p>
            <a:r>
              <a:t>  passes, 10–20 min) and outlining for volume (15–25 min), and that second one is why you only do it for about 1</a:t>
            </a:r>
          </a:p>
          <a:p>
            <a:r>
              <a:t>  nodule in 5." (E1)</a:t>
            </a:r>
          </a:p>
          <a:p>
            <a:r>
              <a:t>- "Naomi's goal is about half of that. Today that is a goal, and slide 6 shows exactly how far we have got." (E2)</a:t>
            </a:r>
          </a:p>
          <a:p>
            <a:r>
              <a:t>- Close on the question: *can we cut this and still keep you in control of every number?*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Let AI propose the findings (2 min)</a:t>
            </a:r>
          </a:p>
          <a:p/>
          <a:p>
            <a:r>
              <a:t>- A real screenshot, a real public scan (RIDER), real model output. TotalSegmentator 2.18.0 ran on the whole CT. It</a:t>
            </a:r>
          </a:p>
          <a:p>
            <a:r>
              <a:t>  was not told where to look, and no expert data goes into it (E20).</a:t>
            </a:r>
          </a:p>
          <a:p>
            <a:r>
              <a:t>- It runs on the lab laptop before you sit down, about 100 seconds per scan (E6, from file timestamps). Nothing leaves</a:t>
            </a:r>
          </a:p>
          <a:p>
            <a:r>
              <a:t>  the computer.</a:t>
            </a:r>
          </a:p>
          <a:p>
            <a:r>
              <a:t>- Point at the worklist: N1 65.5 × 49.3 mm, 79,677 mm³, RUL; plus two tiny candidates. "Every one starts as *To</a:t>
            </a:r>
          </a:p>
          <a:p>
            <a:r>
              <a:t>  review*. Nothing is exported until you accept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Review. Correct. Approve. (2.5 min)</a:t>
            </a:r>
          </a:p>
          <a:p/>
          <a:p>
            <a:r>
              <a:t>- Left: the AI outline in cyan, the expert outline as dotted magenta. Right: after brush strokes on 5 slices.</a:t>
            </a:r>
          </a:p>
          <a:p>
            <a:r>
              <a:t>- Read the table: volume 43.8 → 46.8 mL, toward the expert's 55.0. One stroke overshot the long axis (65.1 vs 59.8).</a:t>
            </a:r>
          </a:p>
          <a:p>
            <a:r>
              <a:t>  "I'm showing that on purpose: the numbers update after every stroke, so you see a mistake right away and undo</a:t>
            </a:r>
          </a:p>
          <a:p>
            <a:r>
              <a:t>  it with one key." (E8)</a:t>
            </a:r>
          </a:p>
          <a:p>
            <a:r>
              <a:t>- Say plainly: *these strokes were made by our test script, not by a person*, so this shows the mechanism and says</a:t>
            </a:r>
          </a:p>
          <a:p>
            <a:r>
              <a:t>  nothing about correction time.</a:t>
            </a:r>
          </a:p>
          <a:p>
            <a:r>
              <a:t>- Mention **S** + click for anything the AI missed. It is logged as "added by researcher".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Understand what changed (2 min)</a:t>
            </a:r>
          </a:p>
          <a:p/>
          <a:p>
            <a:r>
              <a:t>- Baseline 2006-09-05 vs follow-up 2006-09-20, same patient. The app paired N1 with its earlier self automatically</a:t>
            </a:r>
          </a:p>
          <a:p>
            <a:r>
              <a:t>  (38 mm apart) and computed the change: −10.1 mm long axis, −45.1 % volume. The "?" stays until you confirm (E9).</a:t>
            </a:r>
          </a:p>
          <a:p>
            <a:r>
              <a:t>- Then the caution: the two scans were reconstructed differently (STANDARD vs LUNG kernel), the baseline has no</a:t>
            </a:r>
          </a:p>
          <a:p>
            <a:r>
              <a:t>  expert outline, and even two scans on the same day differ by a median 10–17 % in volume (E10). "The app does the</a:t>
            </a:r>
          </a:p>
          <a:p>
            <a:r>
              <a:t>  re-find and the arithmetic. Whether the tumour really shrank is your call."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Small and ground-glass nodules (3 min)</a:t>
            </a:r>
          </a:p>
          <a:p/>
          <a:p>
            <a:r>
              <a:t>- "This is the slide you asked for." Start with the limitation: RIDER's smallest tumour is 12.9 mm, and there are no</a:t>
            </a:r>
          </a:p>
          <a:p>
            <a:r>
              <a:t>  ground-glass labels.</a:t>
            </a:r>
          </a:p>
          <a:p>
            <a:r>
              <a:t>- On tumours ≤ 30 mm: 15 of 18 found, but outlines are worse (Dice 0.68, volume 39 % off) (E12). On the 12 smallest,</a:t>
            </a:r>
          </a:p>
          <a:p>
            <a:r>
              <a:t>  every AI outline was too small, by 26–97 % (E13).</a:t>
            </a:r>
          </a:p>
          <a:p>
            <a:r>
              <a:t>- The failure: the same 13 mm tumour was outlined at 8 mm on one scan and **missed** on the repeat 15 minutes later</a:t>
            </a:r>
          </a:p>
          <a:p>
            <a:r>
              <a:t>  (E14). The success: 12.9 mm found with Dice 0.81, but 15 other candidates to reject on that scan (E15).</a:t>
            </a:r>
          </a:p>
          <a:p>
            <a:r>
              <a:t>- Then the new test you asked for (E16): LIDC-IDRI, 15 scans, 35 nodules each outlined by at least 3 radiologists,</a:t>
            </a:r>
          </a:p>
          <a:p>
            <a:r>
              <a:t>  with the radiologists' own texture ratings. Solid: 26 of 27 found, 15 of 16 at ≤ 10 mm. **Ground-glass: 0 of 5.**</a:t>
            </a:r>
          </a:p>
          <a:p>
            <a:r>
              <a:t>  Part-solid: 1 of 3. Show the 15.8 mm ground-glass nodule with nothing on it (E21).</a:t>
            </a:r>
          </a:p>
          <a:p>
            <a:r>
              <a:t>- Say what it means: for hazy nodules the AI does not help today, so he keeps searching for them himself. For</a:t>
            </a:r>
          </a:p>
          <a:p>
            <a:r>
              <a:t>  solid nodules it finds them, but every outline is too small, so he redraws before using a volume.</a:t>
            </a:r>
          </a:p>
          <a:p>
            <a:r>
              <a:t>- If asked how we know the scoring is right: we caught a bug in our own scorer (outlines flipped on 5 scans) before</a:t>
            </a:r>
          </a:p>
          <a:p>
            <a:r>
              <a:t>  reporting. The fix is checked by the AI's candidates landing on the radiologists' nodules.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Does it actually save time? (2.5 min)</a:t>
            </a:r>
          </a:p>
          <a:p/>
          <a:p>
            <a:r>
              <a:t>- Top row, measured: 53/59 found (stricter Dice ≥ 0.5: 43/59), Dice 0.76, a median of 3 extra candidates per scan,</a:t>
            </a:r>
          </a:p>
          <a:p>
            <a:r>
              <a:t>  97 s of AI time per scan (E3–E6). Right card: the LIDC numbers repeat the slide 5 message (E16).</a:t>
            </a:r>
          </a:p>
          <a:p>
            <a:r>
              <a:t>- The bar chart is the honest part: manual = your estimate; 50 % = the goal; with the tool = **not measured yet**</a:t>
            </a:r>
          </a:p>
          <a:p>
            <a:r>
              <a:t>  (E17). The app already logs every action, correction, pause and export, so one timed session produces the answer.</a:t>
            </a:r>
          </a:p>
          <a:p>
            <a:r>
              <a:t>- Machine time is seconds (E7). The open question is your review and correction time, especially on small nodules.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What would make this trustworthy? (1.5 min + discussion)</a:t>
            </a:r>
          </a:p>
          <a:p/>
          <a:p>
            <a:r>
              <a:t>- Read Daniel's quote (E18). Say it is his written feedback, not an observation of him using the tool.</a:t>
            </a:r>
          </a:p>
          <a:p>
            <a:r>
              <a:t>- Status on his three points: review and correction built; timing instrumented but not run; small solid tested with</a:t>
            </a:r>
          </a:p>
          <a:p>
            <a:r>
              <a:t>  failures shown, ground-glass pending.</a:t>
            </a:r>
          </a:p>
          <a:p>
            <a:r>
              <a:t>- Ask the four questions and write the answers down word for word. Propose the next step: a 15–20 minute timed</a:t>
            </a:r>
          </a:p>
          <a:p>
            <a:r>
              <a:t>  session (RESEARCHER_TEST_PROTOCOL.md) on public scans, manual vs AI-assisted.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