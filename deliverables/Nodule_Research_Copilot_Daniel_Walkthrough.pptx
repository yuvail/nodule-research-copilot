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Nodule Research Copilot (0.5 min)</a:t>
            </a:r>
          </a:p>
          <a:p/>
          <a:p>
            <a:r>
              <a:t>- "I'm Yuval. This is a research tool for your lab: the AI does the first pass on a chest CT, and you stay in</a:t>
            </a:r>
          </a:p>
          <a:p>
            <a:r>
              <a:t>  control of every number."</a:t>
            </a:r>
          </a:p>
          <a:p>
            <a:r>
              <a:t>- Point at the image: a real public scan, with the AI outline and the expert's outline. Research prototype, not</a:t>
            </a:r>
          </a:p>
          <a:p>
            <a:r>
              <a:t>  for clinical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Objective (1.5 min)</a:t>
            </a:r>
          </a:p>
          <a:p/>
          <a:p>
            <a:r>
              <a:t>- Today: 25–40 minutes per baseline scan, in Daniel's own estimate (E1). Most of it is finding nodules (10–20 min,</a:t>
            </a:r>
          </a:p>
          <a:p>
            <a:r>
              <a:t>  two passes through 250–400 slices) and outlining for volume (15–25 min per nodule, which is why he only does it</a:t>
            </a:r>
          </a:p>
          <a:p>
            <a:r>
              <a:t>  for about 1 in 5). The rest: ruler measurements, re-typing into the sheet, and ~10 min extra on follow-ups.</a:t>
            </a:r>
          </a:p>
          <a:p>
            <a:r>
              <a:t>- Goal: about half (Naomi's target, E2), so 12–20 minutes.</a:t>
            </a:r>
          </a:p>
          <a:p>
            <a:r>
              <a:t>- Three tests for success: accurate, in his control, and faster as *measured*, not promised.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From the hospital scan to your sheet (2 min)</a:t>
            </a:r>
          </a:p>
          <a:p/>
          <a:p>
            <a:r>
              <a:t>- Walk left to right. He exports the scan as for any research scan → one command runs the AI (~97 s per scan,</a:t>
            </a:r>
          </a:p>
          <a:p>
            <a:r>
              <a:t>  measured; can run overnight) → he opens the folder in Chrome → he reviews, fixes and approves → the sheet fills</a:t>
            </a:r>
          </a:p>
          <a:p>
            <a:r>
              <a:t>  itself in his columns.</a:t>
            </a:r>
          </a:p>
          <a:p>
            <a:r>
              <a:t>- Only step 4 needs his judgement. The rest is machine time.</a:t>
            </a:r>
          </a:p>
          <a:p>
            <a:r>
              <a:t>- Nothing leaves the lab computer, and the browser blocks connections to other sites (E22). No server and no</a:t>
            </a:r>
          </a:p>
          <a:p>
            <a:r>
              <a:t>  hospital connection means no IT project, which is where last year's vendor stalled.</a:t>
            </a:r>
          </a:p>
          <a:p>
            <a:r>
              <a:t>- Honest: export and the AI command are manual today. Next (not built): the AI runs by itself on new exports.</a:t>
            </a:r>
          </a:p>
          <a:p>
            <a:r>
              <a:t>  Writing results back to the hospital system only if the hospital wants it (standard DICOM SEG).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The AI does the first pass (1.5 min)</a:t>
            </a:r>
          </a:p>
          <a:p/>
          <a:p>
            <a:r>
              <a:t>- A real screenshot: public RIDER scan, real output of TotalSegmentator 2.18.0, an open model. It searched the</a:t>
            </a:r>
          </a:p>
          <a:p>
            <a:r>
              <a:t>  whole scan, and nothing told it where to look (E20).</a:t>
            </a:r>
          </a:p>
          <a:p>
            <a:r>
              <a:t>- Each candidate is outlined in 3-D and measured: long and short axis on the largest slice, volume from the voxels,</a:t>
            </a:r>
          </a:p>
          <a:p>
            <a:r>
              <a:t>  plus a lobe hint from the AI's lung-lobe map.</a:t>
            </a:r>
          </a:p>
          <a:p>
            <a:r>
              <a:t>- Here: N1 65.5 × 49.3 mm (79.7 mL), plus two tiny candidates. All start as "to review".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Review. Correct. Approve. (2 min)</a:t>
            </a:r>
          </a:p>
          <a:p/>
          <a:p>
            <a:r>
              <a:t>- Left: the AI outline (cyan) and the expert's (dotted magenta). Right: after brush strokes on 5 slices.</a:t>
            </a:r>
          </a:p>
          <a:p>
            <a:r>
              <a:t>- Volume moved 43.8 → 46.8 mL, toward the expert's 55.0 mL. One stroke overshot the long axis (65.1 vs 59.8 mm).</a:t>
            </a:r>
          </a:p>
          <a:p>
            <a:r>
              <a:t>  "I'm showing that on purpose: every stroke re-measures, so a mistake shows at once and is one undo away." (E8)</a:t>
            </a:r>
          </a:p>
          <a:p>
            <a:r>
              <a:t>- Say plainly: the strokes were made by our test script, so this shows the mechanism, not correction time.</a:t>
            </a:r>
          </a:p>
          <a:p>
            <a:r>
              <a:t>- Keys: A accept, R reject, B brush, E erase, S click to add a missed nodule (logged as added by the researcher).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Every nodule is matched to its earlier self (1.5 min)</a:t>
            </a:r>
          </a:p>
          <a:p/>
          <a:p>
            <a:r>
              <a:t>- Baseline 5 Sep 2006 and follow-up 20 Sep 2006, same patient. The app paired N1 with its earlier self (38 mm</a:t>
            </a:r>
          </a:p>
          <a:p>
            <a:r>
              <a:t>  apart, closest first) and computed the change. The "?" stays until he confirms (E9).</a:t>
            </a:r>
          </a:p>
          <a:p>
            <a:r>
              <a:t>- Caution: the two scans were reconstructed differently (STANDARD vs LUNG kernel), there is no expert outline on</a:t>
            </a:r>
          </a:p>
          <a:p>
            <a:r>
              <a:t>  the baseline, and same-day repeat scans already differ by a median of 9.5 % (our click) to 17 % (expert) in</a:t>
            </a:r>
          </a:p>
          <a:p>
            <a:r>
              <a:t>  volume (E10). The app does the re-finding and the arithmetic; whether it shrank is his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Small solid: found. Ground-glass: not yet. (2.5 min)</a:t>
            </a:r>
          </a:p>
          <a:p/>
          <a:p>
            <a:r>
              <a:t>- "This is the slide you asked for." LIDC-IDRI: 15 public scans selected by fixed rules, 35 nodules each outlined by</a:t>
            </a:r>
          </a:p>
          <a:p>
            <a:r>
              <a:t>  at least 3 of 4 radiologists, with their own texture ratings (E16).</a:t>
            </a:r>
          </a:p>
          <a:p>
            <a:r>
              <a:t>- Solid: 26 of 27 found, 15 of 16 at ≤ 10 mm. But every outline the AI produced was too small (−26 % to −91 % in</a:t>
            </a:r>
          </a:p>
          <a:p>
            <a:r>
              <a:t>  volume), so he redraws before using a volume.</a:t>
            </a:r>
          </a:p>
          <a:p>
            <a:r>
              <a:t>- Part-solid 1 of 3. **Ground-glass 0 of 5.** Show the 15.8 mm ground-glass nodule with nothing on it (E21). For hazy</a:t>
            </a:r>
          </a:p>
          <a:p>
            <a:r>
              <a:t>  nodules the AI does not help today; he keeps searching for them himself.</a:t>
            </a:r>
          </a:p>
          <a:p>
            <a:r>
              <a:t>- Images 2 and 3 are from RIDER: a 13.5 mm tumour outlined at 8.0 mm (and missed entirely on a repeat scan 15</a:t>
            </a:r>
          </a:p>
          <a:p>
            <a:r>
              <a:t>  minutes later, E14), and a 12.9 mm tumour matched closely (Dice 0.81, E15).</a:t>
            </a:r>
          </a:p>
          <a:p>
            <a:r>
              <a:t>- If asked how we know the scoring is right: we caught a bug in our own scorer (outlines flipped on 5 scans) before</a:t>
            </a:r>
          </a:p>
          <a:p>
            <a:r>
              <a:t>  reporting, and the AI's candidates landing on the radiologists' nodules confirmed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is proven, and what is not yet (2 min)</a:t>
            </a:r>
          </a:p>
          <a:p/>
          <a:p>
            <a:r>
              <a:t>- Measured: 53 of 59 known tumours found on RIDER (90 %; stricter Dice ≥ 0.5: 43/59), median overlap with the expert</a:t>
            </a:r>
          </a:p>
          <a:p>
            <a:r>
              <a:t>  outline 0.76, AI time 97 s per scan (E3–E6). Context, not equivalence: on one scan, 5 readers using a</a:t>
            </a:r>
          </a:p>
          <a:p>
            <a:r>
              <a:t>  semi-automatic tool scored 0.77–0.90 against the same expert (E19).</a:t>
            </a:r>
          </a:p>
          <a:p>
            <a:r>
              <a:t>- Time: today 25–40 min (his estimate), goal 12–20 min, with the tool **not measured yet** (E17). The app already</a:t>
            </a:r>
          </a:p>
          <a:p>
            <a:r>
              <a:t>  logs every action, correction and pause, so one timed session gives the answer.</a:t>
            </a:r>
          </a:p>
          <a:p>
            <a:r>
              <a:t>- Not proven: researcher time saved, and ground-glass. False positives are only an upper bound (LIDC: a median of 1</a:t>
            </a:r>
          </a:p>
          <a:p>
            <a:r>
              <a:t>  extra candidate per scan).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would make this worth using? (1 min + discussion)</a:t>
            </a:r>
          </a:p>
          <a:p/>
          <a:p>
            <a:r>
              <a:t>- Read his quote. It is his written feedback, not an observation of him using the tool (E18).</a:t>
            </a:r>
          </a:p>
          <a:p>
            <a:r>
              <a:t>- Ask the three questions and write the answers down word for word.</a:t>
            </a:r>
          </a:p>
          <a:p>
            <a:r>
              <a:t>- Propose the next step: a 20-minute timed session on 10 public scans, manual vs with the tool</a:t>
            </a:r>
          </a:p>
          <a:p>
            <a:r>
              <a:t>  (`docs/RESEARCHER_TEST_PROTOCOL.md`).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