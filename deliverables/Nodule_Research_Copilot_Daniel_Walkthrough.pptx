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Nodule Research Copilot (0.5 min)</a:t>
            </a:r>
          </a:p>
          <a:p/>
          <a:p>
            <a:r>
              <a:t>- "I'm Yuval. This is a research tool for your lab: the AI does the first pass on a chest CT, and you stay in</a:t>
            </a:r>
          </a:p>
          <a:p>
            <a:r>
              <a:t>  control of every number."</a:t>
            </a:r>
          </a:p>
          <a:p>
            <a:r>
              <a:t>- Point at the image: a real public scan, with the AI outline and the expert's outline. Research prototype, not</a:t>
            </a:r>
          </a:p>
          <a:p>
            <a:r>
              <a:t>  for clinical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Objective (1.5 min)</a:t>
            </a:r>
          </a:p>
          <a:p/>
          <a:p>
            <a:r>
              <a:t>- Today: 25–40 minutes per baseline scan, in Daniel's own estimate (E1). Most of it is finding nodules (10–20 min,</a:t>
            </a:r>
          </a:p>
          <a:p>
            <a:r>
              <a:t>  two passes through 250–400 slices) and outlining for volume (15–25 min per nodule, which is why he only does it</a:t>
            </a:r>
          </a:p>
          <a:p>
            <a:r>
              <a:t>  for about 1 in 5). The rest: ruler measurements, re-typing into the sheet, and ~10 min extra on follow-ups.</a:t>
            </a:r>
          </a:p>
          <a:p>
            <a:r>
              <a:t>- Goal: about half (Naomi's target, E2), so 12–20 minutes.</a:t>
            </a:r>
          </a:p>
          <a:p>
            <a:r>
              <a:t>- Three tests for success: accurate, in his control, and faster as *measured*, not promised.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From the hospital scan to your sheet (2 min)</a:t>
            </a:r>
          </a:p>
          <a:p/>
          <a:p>
            <a:r>
              <a:t>- Walk left to right. He exports the scan as for any research scan → one command runs the AI (~97 s per scan,</a:t>
            </a:r>
          </a:p>
          <a:p>
            <a:r>
              <a:t>  measured; can run overnight) → he opens the folder in Chrome → he reviews, fixes and approves → one click exports</a:t>
            </a:r>
          </a:p>
          <a:p>
            <a:r>
              <a:t>  the approved nodules as a CSV in his sheet's columns (opens in Excel).</a:t>
            </a:r>
          </a:p>
          <a:p>
            <a:r>
              <a:t>- Only step 4 needs his judgement; step 5 is one click. The rest is machine time.</a:t>
            </a:r>
          </a:p>
          <a:p>
            <a:r>
              <a:t>- Scans stay on the lab computer: the browser blocks connections to other sites (verified, E22). The AI model</a:t>
            </a:r>
          </a:p>
          <a:p>
            <a:r>
              <a:t>  sends anonymous usage statistics by default; our run script switches that off before every run.</a:t>
            </a:r>
          </a:p>
          <a:p>
            <a:r>
              <a:t>- Setup is one Python install (TotalSegmentator) on the lab computer. No server and no hospital connection, so no</a:t>
            </a:r>
          </a:p>
          <a:p>
            <a:r>
              <a:t>  integration project. Whether installing Python on a hospital laptop needs IT sign-off is their policy; ask.</a:t>
            </a:r>
          </a:p>
          <a:p>
            <a:r>
              <a:t>- Honest: export and the AI command are manual today. Next (not built): the AI runs by itself on new exports.</a:t>
            </a:r>
          </a:p>
          <a:p>
            <a:r>
              <a:t>  Writing results back to the hospital system only if the hospital wants it (standard DICOM SEG).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The AI does the first pass (1.5 min)</a:t>
            </a:r>
          </a:p>
          <a:p/>
          <a:p>
            <a:r>
              <a:t>- A real screenshot: public RIDER scan, real output of TotalSegmentator 2.18.0, an open model. It searched the</a:t>
            </a:r>
          </a:p>
          <a:p>
            <a:r>
              <a:t>  whole scan, and nothing told it where to look (E20).</a:t>
            </a:r>
          </a:p>
          <a:p>
            <a:r>
              <a:t>- Each candidate is outlined in 3-D and measured: long and short axis on the largest slice, volume from the voxels,</a:t>
            </a:r>
          </a:p>
          <a:p>
            <a:r>
              <a:t>  plus a lobe hint from the AI's lung-lobe map.</a:t>
            </a:r>
          </a:p>
          <a:p>
            <a:r>
              <a:t>- Here: N1 65.5 × 49.3 mm (79.7 mL), plus two tiny candidates. All start as "to review".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Review. Correct. Approve. (2 min)</a:t>
            </a:r>
          </a:p>
          <a:p/>
          <a:p>
            <a:r>
              <a:t>- Left: the AI outline (cyan) and the expert's (dotted magenta). Right: after brush strokes on 5 slices.</a:t>
            </a:r>
          </a:p>
          <a:p>
            <a:r>
              <a:t>- All three numbers moved toward the expert: volume 43.8 → 46.5 mL (expert 55.0), long axis 55.4 → 62.8 mm</a:t>
            </a:r>
          </a:p>
          <a:p>
            <a:r>
              <a:t>  (expert 59.8, error 4.4 → 3.0 mm), Dice 0.87 → 0.88 (E8). Every stroke re-measures, so a wrong stroke shows at</a:t>
            </a:r>
          </a:p>
          <a:p>
            <a:r>
              <a:t>  once and is one undo away.</a:t>
            </a:r>
          </a:p>
          <a:p>
            <a:r>
              <a:t>- Say plainly: the strokes were made by our test script, so this shows the mechanism, not how long it takes a</a:t>
            </a:r>
          </a:p>
          <a:p>
            <a:r>
              <a:t>  person. Correction time is the open question (slide 8).</a:t>
            </a:r>
          </a:p>
          <a:p>
            <a:r>
              <a:t>- Keys: A accept, R reject, B brush, E erase, S click to add a missed nodule (logged as added by the researcher), ⌘Z undo.</a:t>
            </a:r>
          </a:p>
          <a:p>
            <a:r>
              <a:t>- If he edits a nodule he already approved, it goes back to "Re-approve" and is left out of the export until he accepts</a:t>
            </a:r>
          </a:p>
          <a:p>
            <a:r>
              <a:t>  it again. The AI's original numbers stay in the export next to his.</a:t>
            </a:r>
          </a:p>
          <a:p>
            <a:r>
              <a:t>- A nodule outlined on one slice only gets diameters, no volume; the app says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Each nodule gets a suggested match from the earlier scan (1.5 min)</a:t>
            </a:r>
          </a:p>
          <a:p/>
          <a:p>
            <a:r>
              <a:t>- Baseline 5 Sep 2006 and follow-up 20 Sep 2006, same patient. The app paired N1 with its earlier self (38 mm</a:t>
            </a:r>
          </a:p>
          <a:p>
            <a:r>
              <a:t>  apart, closest first) and computed the change. The "?" stays until he confirms:</a:t>
            </a:r>
          </a:p>
          <a:p>
            <a:r>
              <a:t>  accepting the measurement (A) does not confirm the match. M confirms it; "Not in earlier scan" records no match (E9).</a:t>
            </a:r>
          </a:p>
          <a:p>
            <a:r>
              <a:t>- Caution: the two scans were reconstructed differently (STANDARD vs LUNG kernel), there is no expert outline on</a:t>
            </a:r>
          </a:p>
          <a:p>
            <a:r>
              <a:t>  the baseline, and same-day repeat scans already differ by a median of 9.5 % (our click) to 17 % (expert) in</a:t>
            </a:r>
          </a:p>
          <a:p>
            <a:r>
              <a:t>  volume (E10). The app does the re-finding and the arithmetic; whether it shrank is his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Small solid: found. Ground-glass: not yet. (2.5 min)</a:t>
            </a:r>
          </a:p>
          <a:p/>
          <a:p>
            <a:r>
              <a:t>- "This is the slide you asked for." LIDC-IDRI: 15 public scans selected by fixed rules, 35 nodules each outlined by</a:t>
            </a:r>
          </a:p>
          <a:p>
            <a:r>
              <a:t>  at least 3 of 4 radiologists, with their own texture ratings (E16).</a:t>
            </a:r>
          </a:p>
          <a:p>
            <a:r>
              <a:t>- Solid: 26 of 27 found, 15 of 16 at ≤ 10 mm. But every outline the AI produced was too small (−26 % to −91 % in</a:t>
            </a:r>
          </a:p>
          <a:p>
            <a:r>
              <a:t>  volume), so he redraws before using a volume.</a:t>
            </a:r>
          </a:p>
          <a:p>
            <a:r>
              <a:t>- Part-solid 1 of 3. **Ground-glass 0 of 5.** Show the 15.8 mm ground-glass nodule with nothing on it (E21). For hazy</a:t>
            </a:r>
          </a:p>
          <a:p>
            <a:r>
              <a:t>  nodules the AI does not help today; he keeps searching for them himself.</a:t>
            </a:r>
          </a:p>
          <a:p>
            <a:r>
              <a:t>- Images 2 and 3 are from RIDER: a 13.5 mm tumour outlined at 8.0 mm (and missed entirely on a repeat scan 15</a:t>
            </a:r>
          </a:p>
          <a:p>
            <a:r>
              <a:t>  minutes later, E14), and a 12.9 mm tumour matched closely (Dice 0.81, E15).</a:t>
            </a:r>
          </a:p>
          <a:p>
            <a:r>
              <a:t>- If asked how we know the scoring is right: we caught a bug in our own scorer (outlines flipped on 5 scans) before</a:t>
            </a:r>
          </a:p>
          <a:p>
            <a:r>
              <a:t>  reporting, and the AI's candidates landing on the radiologists' nodules confirmed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What is proven, and what is not yet (2 min)</a:t>
            </a:r>
          </a:p>
          <a:p/>
          <a:p>
            <a:r>
              <a:t>- Measured on RIDER: 59 scans of 31 patients (TEST + RETEST), one expert-labelled tumour per scan. The tumour was</a:t>
            </a:r>
          </a:p>
          <a:p>
            <a:r>
              <a:t>  found on 53 (90 %; stricter Dice ≥ 0.5: 43/59). Median Dice 0.76 over the 53 found (misses excluded, listed</a:t>
            </a:r>
          </a:p>
          <a:p>
            <a:r>
              <a:t>  separately). A median of 3 additional candidates per scan to review, up to 30 on a few scans (not adjudicated, so not called false positives). AI time 97 s (E3–E6). Context, not equivalence: on one scan, 5 readers using a</a:t>
            </a:r>
          </a:p>
          <a:p>
            <a:r>
              <a:t>  semi-automatic tool scored 0.77–0.90 against the same expert (E19).</a:t>
            </a:r>
          </a:p>
          <a:p>
            <a:r>
              <a:t>- Time: today 25–40 min (his estimate), goal 12–20 min, with the tool **not measured yet** (E17). The app now</a:t>
            </a:r>
          </a:p>
          <a:p>
            <a:r>
              <a:t>  times a task explicitly (Start → Finish, pauses excluded, expert outline hidden) and splits review, correction and</a:t>
            </a:r>
          </a:p>
          <a:p>
            <a:r>
              <a:t>  export time. Time saved needs manual sessions on the same scans as well, timed by an observer.</a:t>
            </a:r>
          </a:p>
          <a:p>
            <a:r>
              <a:t>- Not proven: researcher time saved, and ground-glass. Time saved will depend mostly on how long the edge</a:t>
            </a:r>
          </a:p>
          <a:p>
            <a:r>
              <a:t>  corrections take, since every solid outline came out too small. False positives are only an upper bound (LIDC:</a:t>
            </a:r>
          </a:p>
          <a:p>
            <a:r>
              <a:t>  a median of 1 extra candidate per scan).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What would make this worth using? (1 min + discussion)</a:t>
            </a:r>
          </a:p>
          <a:p/>
          <a:p>
            <a:r>
              <a:t>- Read his quote. It is his written feedback, not an observation of him using the tool (E18).</a:t>
            </a:r>
          </a:p>
          <a:p>
            <a:r>
              <a:t>- Ask the three questions and write the answers down word for word. Question 1 is a task, not an opinion: he already</a:t>
            </a:r>
          </a:p>
          <a:p>
            <a:r>
              <a:t>  said the flow fits; now we want to see where he gets stuck.</a:t>
            </a:r>
          </a:p>
          <a:p>
            <a:r>
              <a:t>- Next step: a 20-minute hands-on session on one scan (`docs/PILOT_READINESS.md` §6a). It is about where he gets stuck;</a:t>
            </a:r>
          </a:p>
          <a:p>
            <a:r>
              <a:t>  its times are not used for time saved. Then a planned timing</a:t>
            </a:r>
          </a:p>
          <a:p>
            <a:r>
              <a:t>  study: the same task on a few scans, manual vs with the tool, with correction time measured separately and the</a:t>
            </a:r>
          </a:p>
          <a:p>
            <a:r>
              <a:t>  order swapped to limit learning effects (`docs/PILOT_READINESS.md` §6b).</a:t>
            </a:r>
          </a:p>
          <a:p/>
          <a:p>
            <a:r>
              <a:t>If asked:</a:t>
            </a:r>
          </a:p>
          <a:p>
            <a:r>
              <a:t>- *"Is it as good as a radiologist?"* We don't claim that. See slide 8 context: one scan, semi-automatic readers.</a:t>
            </a:r>
          </a:p>
          <a:p>
            <a:r>
              <a:t>- *"False positives?"* Not measurable on RIDER (one tumour labelled per scan). LIDC gives an upper bound: median 1</a:t>
            </a:r>
          </a:p>
          <a:p>
            <a:r>
              <a:t>  extra candidate per scan.</a:t>
            </a:r>
          </a:p>
          <a:p>
            <a:r>
              <a:t>- *"Does data leave the computer?"* No. The browser blocks other sites (CSP), and the AI runs locally.</a:t>
            </a:r>
          </a:p>
          <a:p>
            <a:r>
              <a:t>- *"Why not write results back to PACS?"* It's a research tool, and his output today is a research sheet. Writing</a:t>
            </a:r>
          </a:p>
          <a:p>
            <a:r>
              <a:t>  back is possible (DICOM SEG) but needs the hospital's IT, so it's a phase-2 choice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